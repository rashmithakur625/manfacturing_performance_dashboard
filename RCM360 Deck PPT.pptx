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notesMasterIdLst>
    <p:notesMasterId r:id="rId16"/>
  </p:notesMasterIdLst>
  <p:handoutMasterIdLst>
    <p:handoutMasterId r:id="rId17"/>
  </p:handoutMasterIdLst>
  <p:sldIdLst>
    <p:sldId id="271" r:id="rId3"/>
    <p:sldId id="282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72" userDrawn="1">
          <p15:clr>
            <a:srgbClr val="A4A3A4"/>
          </p15:clr>
        </p15:guide>
        <p15:guide id="2" pos="76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256597-FC97-A48D-D094-2B1B40D90DB2}" name="Tanmay Aggarwal" initials="TA" userId="S::tanmay@idsil.com::366e74a9-7afc-4c50-8fa5-042e02baa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A4EB"/>
    <a:srgbClr val="B7E4FE"/>
    <a:srgbClr val="2E93CF"/>
    <a:srgbClr val="DFF2FD"/>
    <a:srgbClr val="005283"/>
    <a:srgbClr val="0BA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43AD4-6BCA-40BC-B280-0E2A6CCA27AC}" v="543" dt="2025-06-16T08:24:13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>
        <p:guide orient="horz" pos="4272"/>
        <p:guide pos="76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khdev Singh" userId="S::sukhdev.s@idsil.com::c8c9be8d-dfa6-4a8a-adce-900a7e55b743" providerId="AD" clId="Web-{8705ECD6-4A2E-1716-77F4-3952A75843F0}"/>
    <pc:docChg chg="modSld">
      <pc:chgData name="Sukhdev Singh" userId="S::sukhdev.s@idsil.com::c8c9be8d-dfa6-4a8a-adce-900a7e55b743" providerId="AD" clId="Web-{8705ECD6-4A2E-1716-77F4-3952A75843F0}" dt="2025-05-22T06:20:51.655" v="15" actId="20577"/>
      <pc:docMkLst>
        <pc:docMk/>
      </pc:docMkLst>
      <pc:sldChg chg="modSp">
        <pc:chgData name="Sukhdev Singh" userId="S::sukhdev.s@idsil.com::c8c9be8d-dfa6-4a8a-adce-900a7e55b743" providerId="AD" clId="Web-{8705ECD6-4A2E-1716-77F4-3952A75843F0}" dt="2025-05-22T06:20:51.655" v="15" actId="20577"/>
        <pc:sldMkLst>
          <pc:docMk/>
          <pc:sldMk cId="2629367198" sldId="282"/>
        </pc:sldMkLst>
        <pc:spChg chg="mod">
          <ac:chgData name="Sukhdev Singh" userId="S::sukhdev.s@idsil.com::c8c9be8d-dfa6-4a8a-adce-900a7e55b743" providerId="AD" clId="Web-{8705ECD6-4A2E-1716-77F4-3952A75843F0}" dt="2025-05-22T06:20:45.171" v="13" actId="20577"/>
          <ac:spMkLst>
            <pc:docMk/>
            <pc:sldMk cId="2629367198" sldId="282"/>
            <ac:spMk id="4" creationId="{58708B50-31C5-EDCF-7AB7-F30BB8E240BA}"/>
          </ac:spMkLst>
        </pc:spChg>
      </pc:sldChg>
      <pc:sldChg chg="modSp">
        <pc:chgData name="Sukhdev Singh" userId="S::sukhdev.s@idsil.com::c8c9be8d-dfa6-4a8a-adce-900a7e55b743" providerId="AD" clId="Web-{8705ECD6-4A2E-1716-77F4-3952A75843F0}" dt="2025-05-22T06:18:23.229" v="7" actId="1076"/>
        <pc:sldMkLst>
          <pc:docMk/>
          <pc:sldMk cId="3067093393" sldId="292"/>
        </pc:sldMkLst>
        <pc:spChg chg="mod">
          <ac:chgData name="Sukhdev Singh" userId="S::sukhdev.s@idsil.com::c8c9be8d-dfa6-4a8a-adce-900a7e55b743" providerId="AD" clId="Web-{8705ECD6-4A2E-1716-77F4-3952A75843F0}" dt="2025-05-22T06:17:58.040" v="5" actId="1076"/>
          <ac:spMkLst>
            <pc:docMk/>
            <pc:sldMk cId="3067093393" sldId="292"/>
            <ac:spMk id="2" creationId="{B7A43634-B0AD-5926-41C7-6E3380764AC1}"/>
          </ac:spMkLst>
        </pc:spChg>
        <pc:spChg chg="mod">
          <ac:chgData name="Sukhdev Singh" userId="S::sukhdev.s@idsil.com::c8c9be8d-dfa6-4a8a-adce-900a7e55b743" providerId="AD" clId="Web-{8705ECD6-4A2E-1716-77F4-3952A75843F0}" dt="2025-05-22T06:18:23.213" v="6" actId="1076"/>
          <ac:spMkLst>
            <pc:docMk/>
            <pc:sldMk cId="3067093393" sldId="292"/>
            <ac:spMk id="7" creationId="{B487FB16-51EE-17DF-0144-CDEE432FCBAF}"/>
          </ac:spMkLst>
        </pc:spChg>
        <pc:spChg chg="mod">
          <ac:chgData name="Sukhdev Singh" userId="S::sukhdev.s@idsil.com::c8c9be8d-dfa6-4a8a-adce-900a7e55b743" providerId="AD" clId="Web-{8705ECD6-4A2E-1716-77F4-3952A75843F0}" dt="2025-05-22T06:18:23.229" v="7" actId="1076"/>
          <ac:spMkLst>
            <pc:docMk/>
            <pc:sldMk cId="3067093393" sldId="292"/>
            <ac:spMk id="11" creationId="{AD45B75A-D989-3382-6B66-D93FFD69A3A4}"/>
          </ac:spMkLst>
        </pc:spChg>
      </pc:sldChg>
    </pc:docChg>
  </pc:docChgLst>
  <pc:docChgLst>
    <pc:chgData name="Sukhdev Singh" userId="c8c9be8d-dfa6-4a8a-adce-900a7e55b743" providerId="ADAL" clId="{55543AD4-6BCA-40BC-B280-0E2A6CCA27AC}"/>
    <pc:docChg chg="undo custSel addSld delSld modSld sldOrd">
      <pc:chgData name="Sukhdev Singh" userId="c8c9be8d-dfa6-4a8a-adce-900a7e55b743" providerId="ADAL" clId="{55543AD4-6BCA-40BC-B280-0E2A6CCA27AC}" dt="2025-06-16T08:49:30.182" v="1640" actId="47"/>
      <pc:docMkLst>
        <pc:docMk/>
      </pc:docMkLst>
      <pc:sldChg chg="delSp modSp mod">
        <pc:chgData name="Sukhdev Singh" userId="c8c9be8d-dfa6-4a8a-adce-900a7e55b743" providerId="ADAL" clId="{55543AD4-6BCA-40BC-B280-0E2A6CCA27AC}" dt="2025-06-16T07:11:04.643" v="1611" actId="1076"/>
        <pc:sldMkLst>
          <pc:docMk/>
          <pc:sldMk cId="2629367198" sldId="282"/>
        </pc:sldMkLst>
        <pc:spChg chg="mod">
          <ac:chgData name="Sukhdev Singh" userId="c8c9be8d-dfa6-4a8a-adce-900a7e55b743" providerId="ADAL" clId="{55543AD4-6BCA-40BC-B280-0E2A6CCA27AC}" dt="2025-06-16T07:11:04.643" v="1611" actId="1076"/>
          <ac:spMkLst>
            <pc:docMk/>
            <pc:sldMk cId="2629367198" sldId="282"/>
            <ac:spMk id="4" creationId="{58708B50-31C5-EDCF-7AB7-F30BB8E240BA}"/>
          </ac:spMkLst>
        </pc:spChg>
        <pc:spChg chg="mod">
          <ac:chgData name="Sukhdev Singh" userId="c8c9be8d-dfa6-4a8a-adce-900a7e55b743" providerId="ADAL" clId="{55543AD4-6BCA-40BC-B280-0E2A6CCA27AC}" dt="2025-05-14T17:13:47.494" v="496" actId="20577"/>
          <ac:spMkLst>
            <pc:docMk/>
            <pc:sldMk cId="2629367198" sldId="282"/>
            <ac:spMk id="20" creationId="{3078C0B5-9F89-8653-1A67-81D624E297C9}"/>
          </ac:spMkLst>
        </pc:spChg>
        <pc:spChg chg="del mod">
          <ac:chgData name="Sukhdev Singh" userId="c8c9be8d-dfa6-4a8a-adce-900a7e55b743" providerId="ADAL" clId="{55543AD4-6BCA-40BC-B280-0E2A6CCA27AC}" dt="2025-06-16T07:10:55.898" v="1607" actId="478"/>
          <ac:spMkLst>
            <pc:docMk/>
            <pc:sldMk cId="2629367198" sldId="282"/>
            <ac:spMk id="24" creationId="{E12258B3-B6F8-72EC-4A47-37CFE1F10610}"/>
          </ac:spMkLst>
        </pc:spChg>
        <pc:spChg chg="del mod">
          <ac:chgData name="Sukhdev Singh" userId="c8c9be8d-dfa6-4a8a-adce-900a7e55b743" providerId="ADAL" clId="{55543AD4-6BCA-40BC-B280-0E2A6CCA27AC}" dt="2025-06-16T07:10:57.216" v="1608" actId="478"/>
          <ac:spMkLst>
            <pc:docMk/>
            <pc:sldMk cId="2629367198" sldId="282"/>
            <ac:spMk id="26" creationId="{062EC878-71D8-5ED6-F9B4-9F6B90AA8E10}"/>
          </ac:spMkLst>
        </pc:spChg>
        <pc:spChg chg="del mod">
          <ac:chgData name="Sukhdev Singh" userId="c8c9be8d-dfa6-4a8a-adce-900a7e55b743" providerId="ADAL" clId="{55543AD4-6BCA-40BC-B280-0E2A6CCA27AC}" dt="2025-06-16T07:10:58.503" v="1609" actId="478"/>
          <ac:spMkLst>
            <pc:docMk/>
            <pc:sldMk cId="2629367198" sldId="282"/>
            <ac:spMk id="28" creationId="{459056F4-2646-44AD-E0FE-C88045FEA04B}"/>
          </ac:spMkLst>
        </pc:spChg>
      </pc:sldChg>
      <pc:sldChg chg="addSp delSp modSp del mod">
        <pc:chgData name="Sukhdev Singh" userId="c8c9be8d-dfa6-4a8a-adce-900a7e55b743" providerId="ADAL" clId="{55543AD4-6BCA-40BC-B280-0E2A6CCA27AC}" dt="2025-06-16T07:11:32.780" v="1613" actId="47"/>
        <pc:sldMkLst>
          <pc:docMk/>
          <pc:sldMk cId="81786428" sldId="285"/>
        </pc:sldMkLst>
      </pc:sldChg>
      <pc:sldChg chg="del">
        <pc:chgData name="Sukhdev Singh" userId="c8c9be8d-dfa6-4a8a-adce-900a7e55b743" providerId="ADAL" clId="{55543AD4-6BCA-40BC-B280-0E2A6CCA27AC}" dt="2025-05-14T16:43:29.432" v="112" actId="47"/>
        <pc:sldMkLst>
          <pc:docMk/>
          <pc:sldMk cId="2082529851" sldId="286"/>
        </pc:sldMkLst>
      </pc:sldChg>
      <pc:sldChg chg="addSp delSp modSp del mod">
        <pc:chgData name="Sukhdev Singh" userId="c8c9be8d-dfa6-4a8a-adce-900a7e55b743" providerId="ADAL" clId="{55543AD4-6BCA-40BC-B280-0E2A6CCA27AC}" dt="2025-06-16T07:11:29.757" v="1612" actId="47"/>
        <pc:sldMkLst>
          <pc:docMk/>
          <pc:sldMk cId="2044206698" sldId="287"/>
        </pc:sldMkLst>
      </pc:sldChg>
      <pc:sldChg chg="del">
        <pc:chgData name="Sukhdev Singh" userId="c8c9be8d-dfa6-4a8a-adce-900a7e55b743" providerId="ADAL" clId="{55543AD4-6BCA-40BC-B280-0E2A6CCA27AC}" dt="2025-05-14T16:43:31.758" v="113" actId="47"/>
        <pc:sldMkLst>
          <pc:docMk/>
          <pc:sldMk cId="1410651251" sldId="288"/>
        </pc:sldMkLst>
      </pc:sldChg>
      <pc:sldChg chg="del">
        <pc:chgData name="Sukhdev Singh" userId="c8c9be8d-dfa6-4a8a-adce-900a7e55b743" providerId="ADAL" clId="{55543AD4-6BCA-40BC-B280-0E2A6CCA27AC}" dt="2025-05-14T16:43:33.405" v="114" actId="47"/>
        <pc:sldMkLst>
          <pc:docMk/>
          <pc:sldMk cId="1125893056" sldId="290"/>
        </pc:sldMkLst>
      </pc:sldChg>
      <pc:sldChg chg="addSp delSp modSp add del mod ord modShow">
        <pc:chgData name="Sukhdev Singh" userId="c8c9be8d-dfa6-4a8a-adce-900a7e55b743" providerId="ADAL" clId="{55543AD4-6BCA-40BC-B280-0E2A6CCA27AC}" dt="2025-06-16T07:11:44.393" v="1615" actId="47"/>
        <pc:sldMkLst>
          <pc:docMk/>
          <pc:sldMk cId="4157962951" sldId="290"/>
        </pc:sldMkLst>
      </pc:sldChg>
      <pc:sldChg chg="del">
        <pc:chgData name="Sukhdev Singh" userId="c8c9be8d-dfa6-4a8a-adce-900a7e55b743" providerId="ADAL" clId="{55543AD4-6BCA-40BC-B280-0E2A6CCA27AC}" dt="2025-05-14T16:43:34.379" v="115" actId="47"/>
        <pc:sldMkLst>
          <pc:docMk/>
          <pc:sldMk cId="1671945375" sldId="291"/>
        </pc:sldMkLst>
      </pc:sldChg>
      <pc:sldChg chg="addSp delSp modSp add del mod">
        <pc:chgData name="Sukhdev Singh" userId="c8c9be8d-dfa6-4a8a-adce-900a7e55b743" providerId="ADAL" clId="{55543AD4-6BCA-40BC-B280-0E2A6CCA27AC}" dt="2025-06-16T07:11:37.696" v="1614" actId="47"/>
        <pc:sldMkLst>
          <pc:docMk/>
          <pc:sldMk cId="2737062582" sldId="291"/>
        </pc:sldMkLst>
      </pc:sldChg>
      <pc:sldChg chg="addSp delSp modSp add del mod">
        <pc:chgData name="Sukhdev Singh" userId="c8c9be8d-dfa6-4a8a-adce-900a7e55b743" providerId="ADAL" clId="{55543AD4-6BCA-40BC-B280-0E2A6CCA27AC}" dt="2025-05-14T17:05:27.785" v="370" actId="47"/>
        <pc:sldMkLst>
          <pc:docMk/>
          <pc:sldMk cId="1831326144" sldId="292"/>
        </pc:sldMkLst>
      </pc:sldChg>
      <pc:sldChg chg="addSp delSp modSp add mod">
        <pc:chgData name="Sukhdev Singh" userId="c8c9be8d-dfa6-4a8a-adce-900a7e55b743" providerId="ADAL" clId="{55543AD4-6BCA-40BC-B280-0E2A6CCA27AC}" dt="2025-05-23T06:52:50.966" v="1523" actId="20577"/>
        <pc:sldMkLst>
          <pc:docMk/>
          <pc:sldMk cId="3067093393" sldId="292"/>
        </pc:sldMkLst>
        <pc:spChg chg="add mod">
          <ac:chgData name="Sukhdev Singh" userId="c8c9be8d-dfa6-4a8a-adce-900a7e55b743" providerId="ADAL" clId="{55543AD4-6BCA-40BC-B280-0E2A6CCA27AC}" dt="2025-05-21T18:05:10.423" v="1016" actId="255"/>
          <ac:spMkLst>
            <pc:docMk/>
            <pc:sldMk cId="3067093393" sldId="292"/>
            <ac:spMk id="2" creationId="{B7A43634-B0AD-5926-41C7-6E3380764AC1}"/>
          </ac:spMkLst>
        </pc:spChg>
        <pc:spChg chg="mod">
          <ac:chgData name="Sukhdev Singh" userId="c8c9be8d-dfa6-4a8a-adce-900a7e55b743" providerId="ADAL" clId="{55543AD4-6BCA-40BC-B280-0E2A6CCA27AC}" dt="2025-05-21T16:39:24.334" v="613" actId="108"/>
          <ac:spMkLst>
            <pc:docMk/>
            <pc:sldMk cId="3067093393" sldId="292"/>
            <ac:spMk id="3" creationId="{6A61CDFE-C148-14B1-7A0E-B610D4693CF9}"/>
          </ac:spMkLst>
        </pc:spChg>
        <pc:spChg chg="add mod">
          <ac:chgData name="Sukhdev Singh" userId="c8c9be8d-dfa6-4a8a-adce-900a7e55b743" providerId="ADAL" clId="{55543AD4-6BCA-40BC-B280-0E2A6CCA27AC}" dt="2025-05-21T18:05:05.017" v="1015" actId="14100"/>
          <ac:spMkLst>
            <pc:docMk/>
            <pc:sldMk cId="3067093393" sldId="292"/>
            <ac:spMk id="5" creationId="{FC6ECB85-E328-89BF-926F-826395EDAF87}"/>
          </ac:spMkLst>
        </pc:spChg>
        <pc:spChg chg="add mod">
          <ac:chgData name="Sukhdev Singh" userId="c8c9be8d-dfa6-4a8a-adce-900a7e55b743" providerId="ADAL" clId="{55543AD4-6BCA-40BC-B280-0E2A6CCA27AC}" dt="2025-05-23T06:52:50.966" v="1523" actId="20577"/>
          <ac:spMkLst>
            <pc:docMk/>
            <pc:sldMk cId="3067093393" sldId="292"/>
            <ac:spMk id="7" creationId="{B487FB16-51EE-17DF-0144-CDEE432FCBAF}"/>
          </ac:spMkLst>
        </pc:spChg>
        <pc:spChg chg="add mod">
          <ac:chgData name="Sukhdev Singh" userId="c8c9be8d-dfa6-4a8a-adce-900a7e55b743" providerId="ADAL" clId="{55543AD4-6BCA-40BC-B280-0E2A6CCA27AC}" dt="2025-05-21T18:05:21.662" v="1018" actId="255"/>
          <ac:spMkLst>
            <pc:docMk/>
            <pc:sldMk cId="3067093393" sldId="292"/>
            <ac:spMk id="9" creationId="{35556B81-5B2A-D681-DD0D-A6B2738A953E}"/>
          </ac:spMkLst>
        </pc:spChg>
        <pc:spChg chg="add mod">
          <ac:chgData name="Sukhdev Singh" userId="c8c9be8d-dfa6-4a8a-adce-900a7e55b743" providerId="ADAL" clId="{55543AD4-6BCA-40BC-B280-0E2A6CCA27AC}" dt="2025-05-21T18:05:30.795" v="1021" actId="1076"/>
          <ac:spMkLst>
            <pc:docMk/>
            <pc:sldMk cId="3067093393" sldId="292"/>
            <ac:spMk id="11" creationId="{AD45B75A-D989-3382-6B66-D93FFD69A3A4}"/>
          </ac:spMkLst>
        </pc:spChg>
        <pc:spChg chg="add mod">
          <ac:chgData name="Sukhdev Singh" userId="c8c9be8d-dfa6-4a8a-adce-900a7e55b743" providerId="ADAL" clId="{55543AD4-6BCA-40BC-B280-0E2A6CCA27AC}" dt="2025-05-21T17:56:00.656" v="971" actId="1076"/>
          <ac:spMkLst>
            <pc:docMk/>
            <pc:sldMk cId="3067093393" sldId="292"/>
            <ac:spMk id="20" creationId="{B429C73B-A1B4-EABA-3A19-E35F17AC95E1}"/>
          </ac:spMkLst>
        </pc:spChg>
        <pc:spChg chg="add mod">
          <ac:chgData name="Sukhdev Singh" userId="c8c9be8d-dfa6-4a8a-adce-900a7e55b743" providerId="ADAL" clId="{55543AD4-6BCA-40BC-B280-0E2A6CCA27AC}" dt="2025-05-21T18:01:22.978" v="1011" actId="14100"/>
          <ac:spMkLst>
            <pc:docMk/>
            <pc:sldMk cId="3067093393" sldId="292"/>
            <ac:spMk id="45" creationId="{12858006-7B3A-D1E8-3996-2C4F7A643FED}"/>
          </ac:spMkLst>
        </pc:spChg>
        <pc:spChg chg="add mod">
          <ac:chgData name="Sukhdev Singh" userId="c8c9be8d-dfa6-4a8a-adce-900a7e55b743" providerId="ADAL" clId="{55543AD4-6BCA-40BC-B280-0E2A6CCA27AC}" dt="2025-05-21T17:56:04.572" v="972" actId="1076"/>
          <ac:spMkLst>
            <pc:docMk/>
            <pc:sldMk cId="3067093393" sldId="292"/>
            <ac:spMk id="47" creationId="{67A2C2AD-B70F-49CE-114C-7BDF3ED5FA47}"/>
          </ac:spMkLst>
        </pc:spChg>
        <pc:spChg chg="add mod">
          <ac:chgData name="Sukhdev Singh" userId="c8c9be8d-dfa6-4a8a-adce-900a7e55b743" providerId="ADAL" clId="{55543AD4-6BCA-40BC-B280-0E2A6CCA27AC}" dt="2025-05-21T18:01:18.660" v="1010" actId="5793"/>
          <ac:spMkLst>
            <pc:docMk/>
            <pc:sldMk cId="3067093393" sldId="292"/>
            <ac:spMk id="51" creationId="{4B8D70FC-6B3D-EFEC-2387-68C7F0DA3FAF}"/>
          </ac:spMkLst>
        </pc:spChg>
        <pc:cxnChg chg="add mod">
          <ac:chgData name="Sukhdev Singh" userId="c8c9be8d-dfa6-4a8a-adce-900a7e55b743" providerId="ADAL" clId="{55543AD4-6BCA-40BC-B280-0E2A6CCA27AC}" dt="2025-05-21T17:56:00.656" v="971" actId="1076"/>
          <ac:cxnSpMkLst>
            <pc:docMk/>
            <pc:sldMk cId="3067093393" sldId="292"/>
            <ac:cxnSpMk id="49" creationId="{87CA81A9-97BD-8C89-1CDF-95ED0A7F4867}"/>
          </ac:cxnSpMkLst>
        </pc:cxnChg>
      </pc:sldChg>
      <pc:sldChg chg="del">
        <pc:chgData name="Sukhdev Singh" userId="c8c9be8d-dfa6-4a8a-adce-900a7e55b743" providerId="ADAL" clId="{55543AD4-6BCA-40BC-B280-0E2A6CCA27AC}" dt="2025-05-14T16:43:35.680" v="116" actId="47"/>
        <pc:sldMkLst>
          <pc:docMk/>
          <pc:sldMk cId="4027807217" sldId="292"/>
        </pc:sldMkLst>
      </pc:sldChg>
      <pc:sldChg chg="addSp delSp modSp add mod">
        <pc:chgData name="Sukhdev Singh" userId="c8c9be8d-dfa6-4a8a-adce-900a7e55b743" providerId="ADAL" clId="{55543AD4-6BCA-40BC-B280-0E2A6CCA27AC}" dt="2025-05-23T06:57:06.554" v="1597" actId="1036"/>
        <pc:sldMkLst>
          <pc:docMk/>
          <pc:sldMk cId="258101294" sldId="293"/>
        </pc:sldMkLst>
        <pc:spChg chg="mod">
          <ac:chgData name="Sukhdev Singh" userId="c8c9be8d-dfa6-4a8a-adce-900a7e55b743" providerId="ADAL" clId="{55543AD4-6BCA-40BC-B280-0E2A6CCA27AC}" dt="2025-05-21T18:26:45.447" v="1284" actId="20577"/>
          <ac:spMkLst>
            <pc:docMk/>
            <pc:sldMk cId="258101294" sldId="293"/>
            <ac:spMk id="3" creationId="{097452AF-6923-9ADE-EB24-CA1D2F0D40DF}"/>
          </ac:spMkLst>
        </pc:spChg>
        <pc:spChg chg="add mod">
          <ac:chgData name="Sukhdev Singh" userId="c8c9be8d-dfa6-4a8a-adce-900a7e55b743" providerId="ADAL" clId="{55543AD4-6BCA-40BC-B280-0E2A6CCA27AC}" dt="2025-05-21T18:11:31.162" v="1084" actId="12788"/>
          <ac:spMkLst>
            <pc:docMk/>
            <pc:sldMk cId="258101294" sldId="293"/>
            <ac:spMk id="6" creationId="{D6849707-1A8B-1F38-EA55-2D8F2C10EE88}"/>
          </ac:spMkLst>
        </pc:spChg>
        <pc:spChg chg="add mod">
          <ac:chgData name="Sukhdev Singh" userId="c8c9be8d-dfa6-4a8a-adce-900a7e55b743" providerId="ADAL" clId="{55543AD4-6BCA-40BC-B280-0E2A6CCA27AC}" dt="2025-05-23T06:57:06.554" v="1597" actId="1036"/>
          <ac:spMkLst>
            <pc:docMk/>
            <pc:sldMk cId="258101294" sldId="293"/>
            <ac:spMk id="10" creationId="{89482E80-EA2E-9447-B57D-0B3999ED8DBC}"/>
          </ac:spMkLst>
        </pc:spChg>
        <pc:spChg chg="add mo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12" creationId="{4DCDF42D-B918-D99A-F797-29185751CCFA}"/>
          </ac:spMkLst>
        </pc:spChg>
        <pc:spChg chg="add mod or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13" creationId="{4055CB32-25ED-5BE1-14C4-6F1FFE64D2C6}"/>
          </ac:spMkLst>
        </pc:spChg>
        <pc:spChg chg="add mod">
          <ac:chgData name="Sukhdev Singh" userId="c8c9be8d-dfa6-4a8a-adce-900a7e55b743" providerId="ADAL" clId="{55543AD4-6BCA-40BC-B280-0E2A6CCA27AC}" dt="2025-05-23T06:56:56.081" v="1583" actId="1035"/>
          <ac:spMkLst>
            <pc:docMk/>
            <pc:sldMk cId="258101294" sldId="293"/>
            <ac:spMk id="14" creationId="{4B7CBE24-291D-3BF0-C5FB-038B8BBB9E5F}"/>
          </ac:spMkLst>
        </pc:spChg>
        <pc:spChg chg="add mod">
          <ac:chgData name="Sukhdev Singh" userId="c8c9be8d-dfa6-4a8a-adce-900a7e55b743" providerId="ADAL" clId="{55543AD4-6BCA-40BC-B280-0E2A6CCA27AC}" dt="2025-05-23T06:53:48.397" v="1529" actId="14100"/>
          <ac:spMkLst>
            <pc:docMk/>
            <pc:sldMk cId="258101294" sldId="293"/>
            <ac:spMk id="15" creationId="{47F20E5D-10AC-B7E4-4D33-908A8B20F1E8}"/>
          </ac:spMkLst>
        </pc:spChg>
        <pc:spChg chg="add mod">
          <ac:chgData name="Sukhdev Singh" userId="c8c9be8d-dfa6-4a8a-adce-900a7e55b743" providerId="ADAL" clId="{55543AD4-6BCA-40BC-B280-0E2A6CCA27AC}" dt="2025-05-21T18:23:00.582" v="1249" actId="1076"/>
          <ac:spMkLst>
            <pc:docMk/>
            <pc:sldMk cId="258101294" sldId="293"/>
            <ac:spMk id="16" creationId="{B1D0CC38-1DA0-E911-DB95-DA9A2CDB34FC}"/>
          </ac:spMkLst>
        </pc:spChg>
        <pc:spChg chg="add mod">
          <ac:chgData name="Sukhdev Singh" userId="c8c9be8d-dfa6-4a8a-adce-900a7e55b743" providerId="ADAL" clId="{55543AD4-6BCA-40BC-B280-0E2A6CCA27AC}" dt="2025-05-23T06:57:04.228" v="1593" actId="1036"/>
          <ac:spMkLst>
            <pc:docMk/>
            <pc:sldMk cId="258101294" sldId="293"/>
            <ac:spMk id="17" creationId="{3479EBEC-DA4F-5EEC-AAE7-14293E7539F6}"/>
          </ac:spMkLst>
        </pc:spChg>
        <pc:spChg chg="add mod">
          <ac:chgData name="Sukhdev Singh" userId="c8c9be8d-dfa6-4a8a-adce-900a7e55b743" providerId="ADAL" clId="{55543AD4-6BCA-40BC-B280-0E2A6CCA27AC}" dt="2025-05-23T06:56:56.081" v="1583" actId="1035"/>
          <ac:spMkLst>
            <pc:docMk/>
            <pc:sldMk cId="258101294" sldId="293"/>
            <ac:spMk id="19" creationId="{E76AFBAC-C119-0D3F-E960-88261C1238B7}"/>
          </ac:spMkLst>
        </pc:spChg>
        <pc:spChg chg="add mo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21" creationId="{9D4DDBFA-0613-D4FD-D653-D1FB44B6981C}"/>
          </ac:spMkLst>
        </pc:spChg>
        <pc:spChg chg="add mod ord">
          <ac:chgData name="Sukhdev Singh" userId="c8c9be8d-dfa6-4a8a-adce-900a7e55b743" providerId="ADAL" clId="{55543AD4-6BCA-40BC-B280-0E2A6CCA27AC}" dt="2025-05-23T06:54:06.494" v="1533" actId="14100"/>
          <ac:spMkLst>
            <pc:docMk/>
            <pc:sldMk cId="258101294" sldId="293"/>
            <ac:spMk id="22" creationId="{2FCC8E62-FC99-99F5-4772-D8B76619E0EF}"/>
          </ac:spMkLst>
        </pc:spChg>
        <pc:spChg chg="add mod">
          <ac:chgData name="Sukhdev Singh" userId="c8c9be8d-dfa6-4a8a-adce-900a7e55b743" providerId="ADAL" clId="{55543AD4-6BCA-40BC-B280-0E2A6CCA27AC}" dt="2025-05-23T06:56:35.999" v="1573" actId="1076"/>
          <ac:spMkLst>
            <pc:docMk/>
            <pc:sldMk cId="258101294" sldId="293"/>
            <ac:spMk id="23" creationId="{33FA6588-E1D4-34FE-70BC-16F74E1BFCF5}"/>
          </ac:spMkLst>
        </pc:spChg>
        <pc:spChg chg="add mod">
          <ac:chgData name="Sukhdev Singh" userId="c8c9be8d-dfa6-4a8a-adce-900a7e55b743" providerId="ADAL" clId="{55543AD4-6BCA-40BC-B280-0E2A6CCA27AC}" dt="2025-05-23T06:56:32.347" v="1572" actId="1076"/>
          <ac:spMkLst>
            <pc:docMk/>
            <pc:sldMk cId="258101294" sldId="293"/>
            <ac:spMk id="24" creationId="{D420E2F0-A1FC-CDD6-58F0-253AA8CC6D8E}"/>
          </ac:spMkLst>
        </pc:spChg>
        <pc:spChg chg="add mo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26" creationId="{56431C54-DCA4-AEC9-4B40-B38875BCF63F}"/>
          </ac:spMkLst>
        </pc:spChg>
        <pc:spChg chg="add mo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32" creationId="{DF905AA4-02C5-E40A-ABF7-577A81EDE387}"/>
          </ac:spMkLst>
        </pc:spChg>
        <pc:spChg chg="add mo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33" creationId="{05403B63-E22D-2E39-1B85-697F3997A0F5}"/>
          </ac:spMkLst>
        </pc:spChg>
        <pc:spChg chg="add mod">
          <ac:chgData name="Sukhdev Singh" userId="c8c9be8d-dfa6-4a8a-adce-900a7e55b743" providerId="ADAL" clId="{55543AD4-6BCA-40BC-B280-0E2A6CCA27AC}" dt="2025-05-21T18:20:07.814" v="1208" actId="108"/>
          <ac:spMkLst>
            <pc:docMk/>
            <pc:sldMk cId="258101294" sldId="293"/>
            <ac:spMk id="34" creationId="{F9428166-30E6-0D27-44B9-C149FC359EF8}"/>
          </ac:spMkLst>
        </pc:spChg>
        <pc:spChg chg="add mod">
          <ac:chgData name="Sukhdev Singh" userId="c8c9be8d-dfa6-4a8a-adce-900a7e55b743" providerId="ADAL" clId="{55543AD4-6BCA-40BC-B280-0E2A6CCA27AC}" dt="2025-05-23T06:57:01.570" v="1588" actId="1036"/>
          <ac:spMkLst>
            <pc:docMk/>
            <pc:sldMk cId="258101294" sldId="293"/>
            <ac:spMk id="35" creationId="{FDB93C5B-69B6-2922-F523-941DBFBD7CFA}"/>
          </ac:spMkLst>
        </pc:spChg>
        <pc:spChg chg="add mod">
          <ac:chgData name="Sukhdev Singh" userId="c8c9be8d-dfa6-4a8a-adce-900a7e55b743" providerId="ADAL" clId="{55543AD4-6BCA-40BC-B280-0E2A6CCA27AC}" dt="2025-05-23T06:56:56.081" v="1583" actId="1035"/>
          <ac:spMkLst>
            <pc:docMk/>
            <pc:sldMk cId="258101294" sldId="293"/>
            <ac:spMk id="38" creationId="{AA7CBA02-2C96-9851-D9B5-4EA4203332E4}"/>
          </ac:spMkLst>
        </pc:spChg>
        <pc:spChg chg="add mo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39" creationId="{7C28847F-1BE6-2E1A-0EF0-AD956CB5ECF1}"/>
          </ac:spMkLst>
        </pc:spChg>
        <pc:spChg chg="add mo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42" creationId="{909A8EE0-490B-7567-C3D7-7D02FD8F9A84}"/>
          </ac:spMkLst>
        </pc:spChg>
        <pc:spChg chg="add mod">
          <ac:chgData name="Sukhdev Singh" userId="c8c9be8d-dfa6-4a8a-adce-900a7e55b743" providerId="ADAL" clId="{55543AD4-6BCA-40BC-B280-0E2A6CCA27AC}" dt="2025-05-23T06:56:27.106" v="1571" actId="1076"/>
          <ac:spMkLst>
            <pc:docMk/>
            <pc:sldMk cId="258101294" sldId="293"/>
            <ac:spMk id="43" creationId="{90A35F64-4AA0-DC93-2F2D-752FC1CA2386}"/>
          </ac:spMkLst>
        </pc:spChg>
        <pc:spChg chg="add mod">
          <ac:chgData name="Sukhdev Singh" userId="c8c9be8d-dfa6-4a8a-adce-900a7e55b743" providerId="ADAL" clId="{55543AD4-6BCA-40BC-B280-0E2A6CCA27AC}" dt="2025-05-23T06:54:53.361" v="1554" actId="14100"/>
          <ac:spMkLst>
            <pc:docMk/>
            <pc:sldMk cId="258101294" sldId="293"/>
            <ac:spMk id="44" creationId="{55F71504-5139-EF39-C624-C483140A4303}"/>
          </ac:spMkLst>
        </pc:spChg>
      </pc:sldChg>
      <pc:sldChg chg="modSp add del">
        <pc:chgData name="Sukhdev Singh" userId="c8c9be8d-dfa6-4a8a-adce-900a7e55b743" providerId="ADAL" clId="{55543AD4-6BCA-40BC-B280-0E2A6CCA27AC}" dt="2025-05-21T18:01:30.273" v="1012" actId="47"/>
        <pc:sldMkLst>
          <pc:docMk/>
          <pc:sldMk cId="1772878092" sldId="293"/>
        </pc:sldMkLst>
      </pc:sldChg>
      <pc:sldChg chg="addSp delSp modSp add mod">
        <pc:chgData name="Sukhdev Singh" userId="c8c9be8d-dfa6-4a8a-adce-900a7e55b743" providerId="ADAL" clId="{55543AD4-6BCA-40BC-B280-0E2A6CCA27AC}" dt="2025-05-23T06:56:16.696" v="1570" actId="1076"/>
        <pc:sldMkLst>
          <pc:docMk/>
          <pc:sldMk cId="602784942" sldId="294"/>
        </pc:sldMkLst>
        <pc:spChg chg="mod">
          <ac:chgData name="Sukhdev Singh" userId="c8c9be8d-dfa6-4a8a-adce-900a7e55b743" providerId="ADAL" clId="{55543AD4-6BCA-40BC-B280-0E2A6CCA27AC}" dt="2025-05-21T18:26:24.303" v="1275" actId="20577"/>
          <ac:spMkLst>
            <pc:docMk/>
            <pc:sldMk cId="602784942" sldId="294"/>
            <ac:spMk id="3" creationId="{C5B79427-D32A-878C-682A-9FE81CD36933}"/>
          </ac:spMkLst>
        </pc:spChg>
        <pc:spChg chg="add mod">
          <ac:chgData name="Sukhdev Singh" userId="c8c9be8d-dfa6-4a8a-adce-900a7e55b743" providerId="ADAL" clId="{55543AD4-6BCA-40BC-B280-0E2A6CCA27AC}" dt="2025-05-23T06:55:41.758" v="1562" actId="1076"/>
          <ac:spMkLst>
            <pc:docMk/>
            <pc:sldMk cId="602784942" sldId="294"/>
            <ac:spMk id="4" creationId="{F3CF7105-C911-C447-D899-8BE21D2B7B51}"/>
          </ac:spMkLst>
        </pc:spChg>
        <pc:spChg chg="mod">
          <ac:chgData name="Sukhdev Singh" userId="c8c9be8d-dfa6-4a8a-adce-900a7e55b743" providerId="ADAL" clId="{55543AD4-6BCA-40BC-B280-0E2A6CCA27AC}" dt="2025-05-21T18:30:43.848" v="1333" actId="1076"/>
          <ac:spMkLst>
            <pc:docMk/>
            <pc:sldMk cId="602784942" sldId="294"/>
            <ac:spMk id="6" creationId="{645E2DCC-F7C6-94E2-EE8B-FEB2B3E98937}"/>
          </ac:spMkLst>
        </pc:spChg>
        <pc:spChg chg="add mod">
          <ac:chgData name="Sukhdev Singh" userId="c8c9be8d-dfa6-4a8a-adce-900a7e55b743" providerId="ADAL" clId="{55543AD4-6BCA-40BC-B280-0E2A6CCA27AC}" dt="2025-05-23T06:56:14.269" v="1569" actId="1076"/>
          <ac:spMkLst>
            <pc:docMk/>
            <pc:sldMk cId="602784942" sldId="294"/>
            <ac:spMk id="7" creationId="{D957E1BC-2EFD-C131-345B-111D2808138B}"/>
          </ac:spMkLst>
        </pc:spChg>
        <pc:spChg chg="add mod">
          <ac:chgData name="Sukhdev Singh" userId="c8c9be8d-dfa6-4a8a-adce-900a7e55b743" providerId="ADAL" clId="{55543AD4-6BCA-40BC-B280-0E2A6CCA27AC}" dt="2025-05-23T06:56:04.352" v="1566" actId="14100"/>
          <ac:spMkLst>
            <pc:docMk/>
            <pc:sldMk cId="602784942" sldId="294"/>
            <ac:spMk id="8" creationId="{0E24D9D7-1797-DA31-C765-CC28A7AAF461}"/>
          </ac:spMkLst>
        </pc:spChg>
        <pc:spChg chg="mod">
          <ac:chgData name="Sukhdev Singh" userId="c8c9be8d-dfa6-4a8a-adce-900a7e55b743" providerId="ADAL" clId="{55543AD4-6BCA-40BC-B280-0E2A6CCA27AC}" dt="2025-05-23T06:56:16.696" v="1570" actId="1076"/>
          <ac:spMkLst>
            <pc:docMk/>
            <pc:sldMk cId="602784942" sldId="294"/>
            <ac:spMk id="10" creationId="{D8AC007D-A546-0148-6739-636E29F95F0F}"/>
          </ac:spMkLst>
        </pc:spChg>
        <pc:spChg chg="mod">
          <ac:chgData name="Sukhdev Singh" userId="c8c9be8d-dfa6-4a8a-adce-900a7e55b743" providerId="ADAL" clId="{55543AD4-6BCA-40BC-B280-0E2A6CCA27AC}" dt="2025-05-23T06:55:41.758" v="1562" actId="1076"/>
          <ac:spMkLst>
            <pc:docMk/>
            <pc:sldMk cId="602784942" sldId="294"/>
            <ac:spMk id="13" creationId="{E7C06AC2-99A4-E63F-52B9-BBBE85F20551}"/>
          </ac:spMkLst>
        </pc:spChg>
        <pc:spChg chg="mod">
          <ac:chgData name="Sukhdev Singh" userId="c8c9be8d-dfa6-4a8a-adce-900a7e55b743" providerId="ADAL" clId="{55543AD4-6BCA-40BC-B280-0E2A6CCA27AC}" dt="2025-05-23T06:56:07.671" v="1567" actId="14100"/>
          <ac:spMkLst>
            <pc:docMk/>
            <pc:sldMk cId="602784942" sldId="294"/>
            <ac:spMk id="14" creationId="{5B1E695D-9170-1B32-57B2-9A29158F8211}"/>
          </ac:spMkLst>
        </pc:spChg>
        <pc:spChg chg="mod">
          <ac:chgData name="Sukhdev Singh" userId="c8c9be8d-dfa6-4a8a-adce-900a7e55b743" providerId="ADAL" clId="{55543AD4-6BCA-40BC-B280-0E2A6CCA27AC}" dt="2025-05-21T18:31:55.870" v="1345"/>
          <ac:spMkLst>
            <pc:docMk/>
            <pc:sldMk cId="602784942" sldId="294"/>
            <ac:spMk id="16" creationId="{FC671BE0-5E89-789E-174A-9BA90679281D}"/>
          </ac:spMkLst>
        </pc:spChg>
        <pc:spChg chg="add mod">
          <ac:chgData name="Sukhdev Singh" userId="c8c9be8d-dfa6-4a8a-adce-900a7e55b743" providerId="ADAL" clId="{55543AD4-6BCA-40BC-B280-0E2A6CCA27AC}" dt="2025-05-23T06:55:41.758" v="1562" actId="1076"/>
          <ac:spMkLst>
            <pc:docMk/>
            <pc:sldMk cId="602784942" sldId="294"/>
            <ac:spMk id="18" creationId="{DFEC3451-65C2-D7DC-87BB-BA2ADA513DFC}"/>
          </ac:spMkLst>
        </pc:spChg>
        <pc:spChg chg="add mod">
          <ac:chgData name="Sukhdev Singh" userId="c8c9be8d-dfa6-4a8a-adce-900a7e55b743" providerId="ADAL" clId="{55543AD4-6BCA-40BC-B280-0E2A6CCA27AC}" dt="2025-05-23T06:55:41.758" v="1562" actId="1076"/>
          <ac:spMkLst>
            <pc:docMk/>
            <pc:sldMk cId="602784942" sldId="294"/>
            <ac:spMk id="20" creationId="{C6820534-9F87-5830-CC74-C6033D5AF333}"/>
          </ac:spMkLst>
        </pc:spChg>
        <pc:spChg chg="mod">
          <ac:chgData name="Sukhdev Singh" userId="c8c9be8d-dfa6-4a8a-adce-900a7e55b743" providerId="ADAL" clId="{55543AD4-6BCA-40BC-B280-0E2A6CCA27AC}" dt="2025-05-23T06:55:47.714" v="1563" actId="1076"/>
          <ac:spMkLst>
            <pc:docMk/>
            <pc:sldMk cId="602784942" sldId="294"/>
            <ac:spMk id="23" creationId="{7211FA0D-1B19-776D-A353-4FE74BE1EE63}"/>
          </ac:spMkLst>
        </pc:spChg>
        <pc:spChg chg="add mod">
          <ac:chgData name="Sukhdev Singh" userId="c8c9be8d-dfa6-4a8a-adce-900a7e55b743" providerId="ADAL" clId="{55543AD4-6BCA-40BC-B280-0E2A6CCA27AC}" dt="2025-05-23T06:56:11.711" v="1568" actId="1076"/>
          <ac:spMkLst>
            <pc:docMk/>
            <pc:sldMk cId="602784942" sldId="294"/>
            <ac:spMk id="27" creationId="{BA80FE2F-AFB8-3AB8-38F9-182E37091CC7}"/>
          </ac:spMkLst>
        </pc:spChg>
        <pc:spChg chg="add mod">
          <ac:chgData name="Sukhdev Singh" userId="c8c9be8d-dfa6-4a8a-adce-900a7e55b743" providerId="ADAL" clId="{55543AD4-6BCA-40BC-B280-0E2A6CCA27AC}" dt="2025-05-23T06:55:41.758" v="1562" actId="1076"/>
          <ac:spMkLst>
            <pc:docMk/>
            <pc:sldMk cId="602784942" sldId="294"/>
            <ac:spMk id="28" creationId="{44D3A640-081D-DA77-18C2-CE7B255E70E6}"/>
          </ac:spMkLst>
        </pc:spChg>
        <pc:spChg chg="mod">
          <ac:chgData name="Sukhdev Singh" userId="c8c9be8d-dfa6-4a8a-adce-900a7e55b743" providerId="ADAL" clId="{55543AD4-6BCA-40BC-B280-0E2A6CCA27AC}" dt="2025-05-23T06:55:41.758" v="1562" actId="1076"/>
          <ac:spMkLst>
            <pc:docMk/>
            <pc:sldMk cId="602784942" sldId="294"/>
            <ac:spMk id="33" creationId="{027A2618-334D-48FA-55DA-EAFAE3AF6231}"/>
          </ac:spMkLst>
        </pc:spChg>
        <pc:spChg chg="mod">
          <ac:chgData name="Sukhdev Singh" userId="c8c9be8d-dfa6-4a8a-adce-900a7e55b743" providerId="ADAL" clId="{55543AD4-6BCA-40BC-B280-0E2A6CCA27AC}" dt="2025-05-21T18:33:55.593" v="1372" actId="1076"/>
          <ac:spMkLst>
            <pc:docMk/>
            <pc:sldMk cId="602784942" sldId="294"/>
            <ac:spMk id="34" creationId="{36737865-8F3A-D969-EA03-75E8711AB15B}"/>
          </ac:spMkLst>
        </pc:spChg>
        <pc:spChg chg="add del mod">
          <ac:chgData name="Sukhdev Singh" userId="c8c9be8d-dfa6-4a8a-adce-900a7e55b743" providerId="ADAL" clId="{55543AD4-6BCA-40BC-B280-0E2A6CCA27AC}" dt="2025-05-23T06:56:01.361" v="1565" actId="14100"/>
          <ac:spMkLst>
            <pc:docMk/>
            <pc:sldMk cId="602784942" sldId="294"/>
            <ac:spMk id="38" creationId="{45866397-5962-7DF6-1D8C-FFC9748F6A16}"/>
          </ac:spMkLst>
        </pc:spChg>
      </pc:sldChg>
      <pc:sldChg chg="addSp delSp modSp add mod">
        <pc:chgData name="Sukhdev Singh" userId="c8c9be8d-dfa6-4a8a-adce-900a7e55b743" providerId="ADAL" clId="{55543AD4-6BCA-40BC-B280-0E2A6CCA27AC}" dt="2025-05-23T06:58:13.004" v="1606" actId="1076"/>
        <pc:sldMkLst>
          <pc:docMk/>
          <pc:sldMk cId="3155858105" sldId="295"/>
        </pc:sldMkLst>
        <pc:spChg chg="add mod">
          <ac:chgData name="Sukhdev Singh" userId="c8c9be8d-dfa6-4a8a-adce-900a7e55b743" providerId="ADAL" clId="{55543AD4-6BCA-40BC-B280-0E2A6CCA27AC}" dt="2025-05-23T06:58:13.004" v="1606" actId="1076"/>
          <ac:spMkLst>
            <pc:docMk/>
            <pc:sldMk cId="3155858105" sldId="295"/>
            <ac:spMk id="2" creationId="{6389A160-3B88-9A51-B2D1-F807C60A8760}"/>
          </ac:spMkLst>
        </pc:spChg>
        <pc:spChg chg="mod">
          <ac:chgData name="Sukhdev Singh" userId="c8c9be8d-dfa6-4a8a-adce-900a7e55b743" providerId="ADAL" clId="{55543AD4-6BCA-40BC-B280-0E2A6CCA27AC}" dt="2025-05-21T18:47:25.272" v="1457" actId="1076"/>
          <ac:spMkLst>
            <pc:docMk/>
            <pc:sldMk cId="3155858105" sldId="295"/>
            <ac:spMk id="3" creationId="{A18441D5-7C6B-B14E-CF4C-C493CACE9BDE}"/>
          </ac:spMkLst>
        </pc:spChg>
        <pc:spChg chg="add mod">
          <ac:chgData name="Sukhdev Singh" userId="c8c9be8d-dfa6-4a8a-adce-900a7e55b743" providerId="ADAL" clId="{55543AD4-6BCA-40BC-B280-0E2A6CCA27AC}" dt="2025-05-23T06:57:52.300" v="1600" actId="1076"/>
          <ac:spMkLst>
            <pc:docMk/>
            <pc:sldMk cId="3155858105" sldId="295"/>
            <ac:spMk id="5" creationId="{93D50385-EA3A-00B5-7ED5-94E26C8A4269}"/>
          </ac:spMkLst>
        </pc:spChg>
        <pc:spChg chg="mod">
          <ac:chgData name="Sukhdev Singh" userId="c8c9be8d-dfa6-4a8a-adce-900a7e55b743" providerId="ADAL" clId="{55543AD4-6BCA-40BC-B280-0E2A6CCA27AC}" dt="2025-05-21T18:48:01.632" v="1466" actId="1076"/>
          <ac:spMkLst>
            <pc:docMk/>
            <pc:sldMk cId="3155858105" sldId="295"/>
            <ac:spMk id="6" creationId="{1F6BB709-5FEA-5B73-D1DF-16C4A0AF895D}"/>
          </ac:spMkLst>
        </pc:spChg>
        <pc:spChg chg="add mod">
          <ac:chgData name="Sukhdev Singh" userId="c8c9be8d-dfa6-4a8a-adce-900a7e55b743" providerId="ADAL" clId="{55543AD4-6BCA-40BC-B280-0E2A6CCA27AC}" dt="2025-05-23T06:57:52.300" v="1600" actId="1076"/>
          <ac:spMkLst>
            <pc:docMk/>
            <pc:sldMk cId="3155858105" sldId="295"/>
            <ac:spMk id="9" creationId="{FA2469F8-4D5E-4CE2-48BB-DCDADB0E1702}"/>
          </ac:spMkLst>
        </pc:spChg>
        <pc:spChg chg="mod">
          <ac:chgData name="Sukhdev Singh" userId="c8c9be8d-dfa6-4a8a-adce-900a7e55b743" providerId="ADAL" clId="{55543AD4-6BCA-40BC-B280-0E2A6CCA27AC}" dt="2025-05-21T18:46:18.170" v="1455" actId="6549"/>
          <ac:spMkLst>
            <pc:docMk/>
            <pc:sldMk cId="3155858105" sldId="295"/>
            <ac:spMk id="10" creationId="{E5269CE2-FAF5-3C8B-0E9D-A18CB0F2EF7E}"/>
          </ac:spMkLst>
        </pc:spChg>
        <pc:spChg chg="add mod">
          <ac:chgData name="Sukhdev Singh" userId="c8c9be8d-dfa6-4a8a-adce-900a7e55b743" providerId="ADAL" clId="{55543AD4-6BCA-40BC-B280-0E2A6CCA27AC}" dt="2025-05-23T06:57:52.300" v="1600" actId="1076"/>
          <ac:spMkLst>
            <pc:docMk/>
            <pc:sldMk cId="3155858105" sldId="295"/>
            <ac:spMk id="12" creationId="{E5781080-B4FC-E900-9F4B-7D6B28B8078D}"/>
          </ac:spMkLst>
        </pc:spChg>
        <pc:spChg chg="mod">
          <ac:chgData name="Sukhdev Singh" userId="c8c9be8d-dfa6-4a8a-adce-900a7e55b743" providerId="ADAL" clId="{55543AD4-6BCA-40BC-B280-0E2A6CCA27AC}" dt="2025-05-23T06:58:09.045" v="1605" actId="1076"/>
          <ac:spMkLst>
            <pc:docMk/>
            <pc:sldMk cId="3155858105" sldId="295"/>
            <ac:spMk id="13" creationId="{4D56E265-A34D-0C3D-733C-55FF841B357E}"/>
          </ac:spMkLst>
        </pc:spChg>
        <pc:spChg chg="mod">
          <ac:chgData name="Sukhdev Singh" userId="c8c9be8d-dfa6-4a8a-adce-900a7e55b743" providerId="ADAL" clId="{55543AD4-6BCA-40BC-B280-0E2A6CCA27AC}" dt="2025-05-21T18:47:55.352" v="1464" actId="14100"/>
          <ac:spMkLst>
            <pc:docMk/>
            <pc:sldMk cId="3155858105" sldId="295"/>
            <ac:spMk id="14" creationId="{1068B548-95BE-3D38-2E7E-F7F560BDADEC}"/>
          </ac:spMkLst>
        </pc:spChg>
        <pc:spChg chg="add mod">
          <ac:chgData name="Sukhdev Singh" userId="c8c9be8d-dfa6-4a8a-adce-900a7e55b743" providerId="ADAL" clId="{55543AD4-6BCA-40BC-B280-0E2A6CCA27AC}" dt="2025-05-23T06:57:55.970" v="1601" actId="14100"/>
          <ac:spMkLst>
            <pc:docMk/>
            <pc:sldMk cId="3155858105" sldId="295"/>
            <ac:spMk id="15" creationId="{F2B12E31-C263-3F21-1AD8-A9DAC04E5468}"/>
          </ac:spMkLst>
        </pc:spChg>
        <pc:spChg chg="add mod">
          <ac:chgData name="Sukhdev Singh" userId="c8c9be8d-dfa6-4a8a-adce-900a7e55b743" providerId="ADAL" clId="{55543AD4-6BCA-40BC-B280-0E2A6CCA27AC}" dt="2025-05-21T18:48:26.576" v="1474"/>
          <ac:spMkLst>
            <pc:docMk/>
            <pc:sldMk cId="3155858105" sldId="295"/>
            <ac:spMk id="17" creationId="{F7F6FAE5-1A66-1322-4263-E8D2F2933CEB}"/>
          </ac:spMkLst>
        </pc:spChg>
        <pc:spChg chg="add mod">
          <ac:chgData name="Sukhdev Singh" userId="c8c9be8d-dfa6-4a8a-adce-900a7e55b743" providerId="ADAL" clId="{55543AD4-6BCA-40BC-B280-0E2A6CCA27AC}" dt="2025-05-21T18:48:12.083" v="1468" actId="14100"/>
          <ac:spMkLst>
            <pc:docMk/>
            <pc:sldMk cId="3155858105" sldId="295"/>
            <ac:spMk id="21" creationId="{48791848-245A-A324-F4DE-FB6937A23253}"/>
          </ac:spMkLst>
        </pc:spChg>
        <pc:spChg chg="mod">
          <ac:chgData name="Sukhdev Singh" userId="c8c9be8d-dfa6-4a8a-adce-900a7e55b743" providerId="ADAL" clId="{55543AD4-6BCA-40BC-B280-0E2A6CCA27AC}" dt="2025-05-21T18:42:16.977" v="1430" actId="1076"/>
          <ac:spMkLst>
            <pc:docMk/>
            <pc:sldMk cId="3155858105" sldId="295"/>
            <ac:spMk id="23" creationId="{677D6816-525C-64BE-DDC4-92A5BA71E28E}"/>
          </ac:spMkLst>
        </pc:spChg>
        <pc:spChg chg="add mod">
          <ac:chgData name="Sukhdev Singh" userId="c8c9be8d-dfa6-4a8a-adce-900a7e55b743" providerId="ADAL" clId="{55543AD4-6BCA-40BC-B280-0E2A6CCA27AC}" dt="2025-05-23T06:57:52.300" v="1600" actId="1076"/>
          <ac:spMkLst>
            <pc:docMk/>
            <pc:sldMk cId="3155858105" sldId="295"/>
            <ac:spMk id="25" creationId="{68F44900-763F-8DBD-0EC2-3677AB1D1C3C}"/>
          </ac:spMkLst>
        </pc:spChg>
        <pc:spChg chg="add mod">
          <ac:chgData name="Sukhdev Singh" userId="c8c9be8d-dfa6-4a8a-adce-900a7e55b743" providerId="ADAL" clId="{55543AD4-6BCA-40BC-B280-0E2A6CCA27AC}" dt="2025-05-21T18:48:59.732" v="1482" actId="1076"/>
          <ac:spMkLst>
            <pc:docMk/>
            <pc:sldMk cId="3155858105" sldId="295"/>
            <ac:spMk id="31" creationId="{4AC12798-19CE-0A79-8EFD-2D4BAF9C1939}"/>
          </ac:spMkLst>
        </pc:spChg>
        <pc:spChg chg="add mod">
          <ac:chgData name="Sukhdev Singh" userId="c8c9be8d-dfa6-4a8a-adce-900a7e55b743" providerId="ADAL" clId="{55543AD4-6BCA-40BC-B280-0E2A6CCA27AC}" dt="2025-05-23T06:58:05.923" v="1603" actId="1076"/>
          <ac:spMkLst>
            <pc:docMk/>
            <pc:sldMk cId="3155858105" sldId="295"/>
            <ac:spMk id="32" creationId="{3B8160D3-EA0A-2005-DCBC-60498B8AF748}"/>
          </ac:spMkLst>
        </pc:spChg>
        <pc:spChg chg="add mod">
          <ac:chgData name="Sukhdev Singh" userId="c8c9be8d-dfa6-4a8a-adce-900a7e55b743" providerId="ADAL" clId="{55543AD4-6BCA-40BC-B280-0E2A6CCA27AC}" dt="2025-05-23T06:57:52.300" v="1600" actId="1076"/>
          <ac:spMkLst>
            <pc:docMk/>
            <pc:sldMk cId="3155858105" sldId="295"/>
            <ac:spMk id="37" creationId="{06688559-058F-18D5-483D-C02688E4EC6F}"/>
          </ac:spMkLst>
        </pc:spChg>
      </pc:sldChg>
      <pc:sldChg chg="delSp modSp add del mod">
        <pc:chgData name="Sukhdev Singh" userId="c8c9be8d-dfa6-4a8a-adce-900a7e55b743" providerId="ADAL" clId="{55543AD4-6BCA-40BC-B280-0E2A6CCA27AC}" dt="2025-06-16T08:49:24.182" v="1639" actId="47"/>
        <pc:sldMkLst>
          <pc:docMk/>
          <pc:sldMk cId="3533326565" sldId="296"/>
        </pc:sldMkLst>
        <pc:spChg chg="mod">
          <ac:chgData name="Sukhdev Singh" userId="c8c9be8d-dfa6-4a8a-adce-900a7e55b743" providerId="ADAL" clId="{55543AD4-6BCA-40BC-B280-0E2A6CCA27AC}" dt="2025-06-16T07:14:40.748" v="1637" actId="20577"/>
          <ac:spMkLst>
            <pc:docMk/>
            <pc:sldMk cId="3533326565" sldId="296"/>
            <ac:spMk id="3" creationId="{3CD04BAB-8CEB-33CB-4753-1D5FFB07689F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5" creationId="{D0D1E747-CAE8-0626-94D4-CCFA55379E20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12" creationId="{0928D8C9-CBDE-33A6-D6C8-C57ECDE72830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13" creationId="{4935214B-A973-06C7-AF19-1B275AB24F93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14" creationId="{C774459A-9033-DC92-D180-EB58FB257622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15" creationId="{25A3AE50-9CB2-73B0-86F9-39849F80C99E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17" creationId="{CC4E2975-75C7-D35D-0D43-EEA62AC0C10F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21" creationId="{0ED9EACB-7299-C1BA-5C07-98D16B2662DA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23" creationId="{FF82FD1E-822A-4E58-AFC7-79786C5CA194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25" creationId="{8498BB8D-A47F-70A3-BD2A-03F9AB96ADA1}"/>
          </ac:spMkLst>
        </pc:spChg>
        <pc:spChg chg="del">
          <ac:chgData name="Sukhdev Singh" userId="c8c9be8d-dfa6-4a8a-adce-900a7e55b743" providerId="ADAL" clId="{55543AD4-6BCA-40BC-B280-0E2A6CCA27AC}" dt="2025-06-16T08:24:13.611" v="1638" actId="478"/>
          <ac:spMkLst>
            <pc:docMk/>
            <pc:sldMk cId="3533326565" sldId="296"/>
            <ac:spMk id="31" creationId="{D3B6BFB8-FAF6-52C9-6502-DF86CB14C0D0}"/>
          </ac:spMkLst>
        </pc:spChg>
      </pc:sldChg>
      <pc:sldChg chg="add del">
        <pc:chgData name="Sukhdev Singh" userId="c8c9be8d-dfa6-4a8a-adce-900a7e55b743" providerId="ADAL" clId="{55543AD4-6BCA-40BC-B280-0E2A6CCA27AC}" dt="2025-06-16T08:49:30.182" v="1640" actId="47"/>
        <pc:sldMkLst>
          <pc:docMk/>
          <pc:sldMk cId="1394592067" sldId="297"/>
        </pc:sldMkLst>
      </pc:sldChg>
    </pc:docChg>
  </pc:docChgLst>
  <pc:docChgLst>
    <pc:chgData name="Mohammed Imtiaz Ahmed Noorullah" userId="83b717a0-e914-46ed-aca2-59c5b11ffedf" providerId="ADAL" clId="{789C71B5-6096-4DB5-8E27-0626BB048FA9}"/>
    <pc:docChg chg="modSld">
      <pc:chgData name="Mohammed Imtiaz Ahmed Noorullah" userId="83b717a0-e914-46ed-aca2-59c5b11ffedf" providerId="ADAL" clId="{789C71B5-6096-4DB5-8E27-0626BB048FA9}" dt="2025-05-19T05:43:51.410" v="2" actId="729"/>
      <pc:docMkLst>
        <pc:docMk/>
      </pc:docMkLst>
      <pc:sldChg chg="mod modShow">
        <pc:chgData name="Mohammed Imtiaz Ahmed Noorullah" userId="83b717a0-e914-46ed-aca2-59c5b11ffedf" providerId="ADAL" clId="{789C71B5-6096-4DB5-8E27-0626BB048FA9}" dt="2025-05-19T05:43:41.412" v="1" actId="729"/>
        <pc:sldMkLst>
          <pc:docMk/>
          <pc:sldMk cId="81786428" sldId="285"/>
        </pc:sldMkLst>
      </pc:sldChg>
      <pc:sldChg chg="mod modShow">
        <pc:chgData name="Mohammed Imtiaz Ahmed Noorullah" userId="83b717a0-e914-46ed-aca2-59c5b11ffedf" providerId="ADAL" clId="{789C71B5-6096-4DB5-8E27-0626BB048FA9}" dt="2025-05-19T05:43:27.785" v="0" actId="729"/>
        <pc:sldMkLst>
          <pc:docMk/>
          <pc:sldMk cId="2044206698" sldId="287"/>
        </pc:sldMkLst>
      </pc:sldChg>
      <pc:sldChg chg="mod modShow">
        <pc:chgData name="Mohammed Imtiaz Ahmed Noorullah" userId="83b717a0-e914-46ed-aca2-59c5b11ffedf" providerId="ADAL" clId="{789C71B5-6096-4DB5-8E27-0626BB048FA9}" dt="2025-05-19T05:43:51.410" v="2" actId="729"/>
        <pc:sldMkLst>
          <pc:docMk/>
          <pc:sldMk cId="2737062582" sldId="2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6ECE24-8015-17E5-12E8-42774E102F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33057-FB15-9167-8E33-188017EBC6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706E9-C299-A94E-8990-43A7A879D34E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6F91E-B37B-9630-3382-CFE0802DBA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0B118-6B85-2920-7BE1-EECF258FAD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9DB9C-478C-0C4D-9F57-31A4AF43E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749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5A8C7-B43F-44F4-A043-1B0C4BEFAADB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56E9E-F256-4C7C-A6DB-8EE585AA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0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8574-746F-A92E-039A-EA11CAF11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493" y="2754931"/>
            <a:ext cx="10757688" cy="892554"/>
          </a:xfrm>
          <a:prstGeom prst="rect">
            <a:avLst/>
          </a:prstGeom>
        </p:spPr>
        <p:txBody>
          <a:bodyPr anchor="t"/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56C3A-FA59-6877-FC4C-9B8C2203F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494" y="3820523"/>
            <a:ext cx="9144000" cy="41970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736BBEB5-E6B3-38E3-F5B8-6D6DA84C3E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94" y="384920"/>
            <a:ext cx="947711" cy="480928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21B5C-CE7E-9B4B-1F27-04088F70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3023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7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2453-FA45-2A66-D958-84412F9FF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40" y="1474549"/>
            <a:ext cx="11503166" cy="4351338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DEE48-6120-30B1-7D34-0B13B49D5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A86402-0B1B-09CD-7D26-A7180E94C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B1E069F-B030-1B92-8F4B-8DA81A073D91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D3B031-38C2-353D-F47D-E8F5909A8187}"/>
              </a:ext>
            </a:extLst>
          </p:cNvPr>
          <p:cNvCxnSpPr>
            <a:stCxn id="10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3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3EE90F-B728-8886-C8D9-C46D0531E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6F5CDFF-88AF-8386-DA4F-BBC14A197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401" y="2375850"/>
            <a:ext cx="10895251" cy="892554"/>
          </a:xfrm>
          <a:prstGeom prst="rect">
            <a:avLst/>
          </a:prstGeom>
        </p:spPr>
        <p:txBody>
          <a:bodyPr anchor="t"/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C8E7C5C7-718C-69CB-F549-8FCE79F27E24}"/>
              </a:ext>
            </a:extLst>
          </p:cNvPr>
          <p:cNvSpPr/>
          <p:nvPr userDrawn="1"/>
        </p:nvSpPr>
        <p:spPr>
          <a:xfrm>
            <a:off x="328403" y="3365508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150DDE-C722-893E-22CF-1913E91C1D57}"/>
              </a:ext>
            </a:extLst>
          </p:cNvPr>
          <p:cNvCxnSpPr>
            <a:stCxn id="12" idx="3"/>
          </p:cNvCxnSpPr>
          <p:nvPr userDrawn="1"/>
        </p:nvCxnSpPr>
        <p:spPr>
          <a:xfrm>
            <a:off x="995150" y="3397254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37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340" y="1591911"/>
            <a:ext cx="553057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474DB-966D-F217-CB2A-1EED39B94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092" y="1591911"/>
            <a:ext cx="553057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71300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66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B8737-333F-D704-031D-83A4FE633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340" y="1506990"/>
            <a:ext cx="5587214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06CF6-D97E-50FC-2F1B-4E61698E0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340" y="2330902"/>
            <a:ext cx="558721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39BA27-D949-1D90-A568-0999246DE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2446" y="1506990"/>
            <a:ext cx="5587214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52D17-F50A-AB9A-300D-4CD710ACE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2446" y="2330902"/>
            <a:ext cx="558721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965B0C4-D214-F92E-0F08-790AE908E6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83787" y="650198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FAA0DED-01E4-C546-8BBF-1980FA13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11438B5A-5D1E-E6F6-FF6B-A4E4B2A4FCD2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1B554A-B826-3DE5-EA24-2448B0647192}"/>
              </a:ext>
            </a:extLst>
          </p:cNvPr>
          <p:cNvCxnSpPr>
            <a:stCxn id="17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550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8F3E11-7BBE-0CCF-02A9-6986D720F55E}"/>
              </a:ext>
            </a:extLst>
          </p:cNvPr>
          <p:cNvSpPr/>
          <p:nvPr userDrawn="1"/>
        </p:nvSpPr>
        <p:spPr>
          <a:xfrm>
            <a:off x="6309091" y="1426326"/>
            <a:ext cx="5546415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6"/>
            <a:ext cx="5546415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8" y="1591911"/>
            <a:ext cx="5243639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229262-2A1F-9A16-EB38-05AC8DCCC474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60478" y="1591911"/>
            <a:ext cx="5243639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0378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6"/>
            <a:ext cx="11519012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8" y="1591911"/>
            <a:ext cx="11231745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97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7"/>
            <a:ext cx="11519012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8" y="1591911"/>
            <a:ext cx="11231745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67FE65-8A36-5CAC-C650-1D559BB65C3D}"/>
              </a:ext>
            </a:extLst>
          </p:cNvPr>
          <p:cNvSpPr/>
          <p:nvPr userDrawn="1"/>
        </p:nvSpPr>
        <p:spPr>
          <a:xfrm>
            <a:off x="336494" y="3759053"/>
            <a:ext cx="11519012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5859ED-F046-63AF-A175-2BC9E39F3A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9338" y="3922417"/>
            <a:ext cx="11231745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946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7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9" y="1591911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67FE65-8A36-5CAC-C650-1D559BB65C3D}"/>
              </a:ext>
            </a:extLst>
          </p:cNvPr>
          <p:cNvSpPr/>
          <p:nvPr userDrawn="1"/>
        </p:nvSpPr>
        <p:spPr>
          <a:xfrm>
            <a:off x="336494" y="3759053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5859ED-F046-63AF-A175-2BC9E39F3A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9339" y="3922417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5F444-5DCA-453B-7400-47CCF22E4C0E}"/>
              </a:ext>
            </a:extLst>
          </p:cNvPr>
          <p:cNvSpPr/>
          <p:nvPr userDrawn="1"/>
        </p:nvSpPr>
        <p:spPr>
          <a:xfrm>
            <a:off x="6243680" y="1428547"/>
            <a:ext cx="5613176" cy="44537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924B22E-7EC9-FC81-8413-9B1970E1039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376525" y="1591911"/>
            <a:ext cx="5339122" cy="416759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32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7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9" y="1591911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67FE65-8A36-5CAC-C650-1D559BB65C3D}"/>
              </a:ext>
            </a:extLst>
          </p:cNvPr>
          <p:cNvSpPr/>
          <p:nvPr userDrawn="1"/>
        </p:nvSpPr>
        <p:spPr>
          <a:xfrm>
            <a:off x="336494" y="3759053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5859ED-F046-63AF-A175-2BC9E39F3A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9339" y="3922417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A042E-5218-FC13-8924-E120C3152E9F}"/>
              </a:ext>
            </a:extLst>
          </p:cNvPr>
          <p:cNvSpPr/>
          <p:nvPr userDrawn="1"/>
        </p:nvSpPr>
        <p:spPr>
          <a:xfrm>
            <a:off x="6243680" y="1428547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8F20D5-B583-0C42-A4E9-4F8233B4DEA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376525" y="1591911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1ECD9-ACAC-33BE-9326-CD3E1AE68D13}"/>
              </a:ext>
            </a:extLst>
          </p:cNvPr>
          <p:cNvSpPr/>
          <p:nvPr userDrawn="1"/>
        </p:nvSpPr>
        <p:spPr>
          <a:xfrm>
            <a:off x="6243680" y="3759053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79B311D-8577-A19E-258C-53EB68D8316E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376525" y="3922417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198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5" y="1428546"/>
            <a:ext cx="3702106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7883" y="1591911"/>
            <a:ext cx="3406747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8F7F875-5ACE-DB44-50DF-8ADFB7722A34}"/>
              </a:ext>
            </a:extLst>
          </p:cNvPr>
          <p:cNvSpPr/>
          <p:nvPr userDrawn="1"/>
        </p:nvSpPr>
        <p:spPr>
          <a:xfrm>
            <a:off x="4244948" y="1428546"/>
            <a:ext cx="3702106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24505C-07E3-6DF2-1E37-8AF410E7C00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96336" y="1591911"/>
            <a:ext cx="3406747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047EAE-F5A8-5C5B-3E82-E5365BF4588C}"/>
              </a:ext>
            </a:extLst>
          </p:cNvPr>
          <p:cNvSpPr/>
          <p:nvPr userDrawn="1"/>
        </p:nvSpPr>
        <p:spPr>
          <a:xfrm>
            <a:off x="8153401" y="1428546"/>
            <a:ext cx="3702106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6DECAC-988E-AF77-5047-84461F2962C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304789" y="1591911"/>
            <a:ext cx="3406747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9098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DF60-B542-54B2-E0B6-212200C85F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866" y="372431"/>
            <a:ext cx="4432160" cy="662774"/>
          </a:xfrm>
          <a:prstGeom prst="rect">
            <a:avLst/>
          </a:prstGeom>
        </p:spPr>
        <p:txBody>
          <a:bodyPr anchor="t"/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41F4-2877-5C35-9650-C781AB1B7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00" y="372430"/>
            <a:ext cx="6784834" cy="5624986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A9DA0-FBAA-371E-2C86-2E1699C08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9866" y="1442405"/>
            <a:ext cx="4432160" cy="45550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91A39-9F8F-C1FD-2485-1805299B5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0415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A978EB8-C891-25D3-213A-45C24018443D}"/>
              </a:ext>
            </a:extLst>
          </p:cNvPr>
          <p:cNvSpPr/>
          <p:nvPr userDrawn="1"/>
        </p:nvSpPr>
        <p:spPr>
          <a:xfrm>
            <a:off x="352340" y="1035204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1E5397-0E17-7346-84CF-E07E8FD3332A}"/>
              </a:ext>
            </a:extLst>
          </p:cNvPr>
          <p:cNvCxnSpPr>
            <a:stCxn id="8" idx="3"/>
          </p:cNvCxnSpPr>
          <p:nvPr userDrawn="1"/>
        </p:nvCxnSpPr>
        <p:spPr>
          <a:xfrm>
            <a:off x="1019087" y="1066950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92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A34A272-F20D-7BBA-AC7C-553148D16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88621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5314BAB-BC0B-7326-877E-66699EAF5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89890" y="372431"/>
            <a:ext cx="6762244" cy="562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DDBA90-451F-BD19-70A7-0ABE6F0FA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866" y="372431"/>
            <a:ext cx="4432160" cy="662774"/>
          </a:xfrm>
          <a:prstGeom prst="rect">
            <a:avLst/>
          </a:prstGeom>
        </p:spPr>
        <p:txBody>
          <a:bodyPr anchor="t"/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193A5CF-80CC-7CEC-6324-997FDA838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9866" y="1442405"/>
            <a:ext cx="4432160" cy="45537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2D7B217A-17F9-B597-A23D-339834811137}"/>
              </a:ext>
            </a:extLst>
          </p:cNvPr>
          <p:cNvSpPr/>
          <p:nvPr userDrawn="1"/>
        </p:nvSpPr>
        <p:spPr>
          <a:xfrm>
            <a:off x="352340" y="1035204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50C8DC-EF41-EC23-A657-6C698DF12553}"/>
              </a:ext>
            </a:extLst>
          </p:cNvPr>
          <p:cNvCxnSpPr>
            <a:stCxn id="11" idx="3"/>
          </p:cNvCxnSpPr>
          <p:nvPr userDrawn="1"/>
        </p:nvCxnSpPr>
        <p:spPr>
          <a:xfrm>
            <a:off x="1019087" y="1066950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631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A34A272-F20D-7BBA-AC7C-553148D16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6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8574-746F-A92E-039A-EA11CAF11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493" y="2754931"/>
            <a:ext cx="10757688" cy="892554"/>
          </a:xfrm>
          <a:prstGeom prst="rect">
            <a:avLst/>
          </a:prstGeom>
        </p:spPr>
        <p:txBody>
          <a:bodyPr anchor="t"/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56C3A-FA59-6877-FC4C-9B8C2203F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494" y="3820523"/>
            <a:ext cx="9144000" cy="41970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736BBEB5-E6B3-38E3-F5B8-6D6DA84C3E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94" y="384920"/>
            <a:ext cx="947711" cy="480928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21B5C-CE7E-9B4B-1F27-04088F70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3023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11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2453-FA45-2A66-D958-84412F9FF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40" y="1474549"/>
            <a:ext cx="11503166" cy="4351338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DEE48-6120-30B1-7D34-0B13B49D5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A86402-0B1B-09CD-7D26-A7180E94C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B1E069F-B030-1B92-8F4B-8DA81A073D91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D3B031-38C2-353D-F47D-E8F5909A8187}"/>
              </a:ext>
            </a:extLst>
          </p:cNvPr>
          <p:cNvCxnSpPr>
            <a:stCxn id="10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914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3EE90F-B728-8886-C8D9-C46D0531E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6F5CDFF-88AF-8386-DA4F-BBC14A197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401" y="2375850"/>
            <a:ext cx="10895251" cy="892554"/>
          </a:xfrm>
          <a:prstGeom prst="rect">
            <a:avLst/>
          </a:prstGeom>
        </p:spPr>
        <p:txBody>
          <a:bodyPr anchor="t"/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C8E7C5C7-718C-69CB-F549-8FCE79F27E24}"/>
              </a:ext>
            </a:extLst>
          </p:cNvPr>
          <p:cNvSpPr/>
          <p:nvPr userDrawn="1"/>
        </p:nvSpPr>
        <p:spPr>
          <a:xfrm>
            <a:off x="328403" y="3365508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150DDE-C722-893E-22CF-1913E91C1D57}"/>
              </a:ext>
            </a:extLst>
          </p:cNvPr>
          <p:cNvCxnSpPr>
            <a:stCxn id="12" idx="3"/>
          </p:cNvCxnSpPr>
          <p:nvPr userDrawn="1"/>
        </p:nvCxnSpPr>
        <p:spPr>
          <a:xfrm>
            <a:off x="995150" y="3397254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701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340" y="1591911"/>
            <a:ext cx="553057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474DB-966D-F217-CB2A-1EED39B94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092" y="1591911"/>
            <a:ext cx="553057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71300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33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B8737-333F-D704-031D-83A4FE633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340" y="1506990"/>
            <a:ext cx="5587214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06CF6-D97E-50FC-2F1B-4E61698E0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340" y="2330902"/>
            <a:ext cx="558721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39BA27-D949-1D90-A568-0999246DE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2446" y="1506990"/>
            <a:ext cx="5587214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52D17-F50A-AB9A-300D-4CD710ACE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2446" y="2330902"/>
            <a:ext cx="558721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965B0C4-D214-F92E-0F08-790AE908E6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83787" y="650198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FAA0DED-01E4-C546-8BBF-1980FA13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11438B5A-5D1E-E6F6-FF6B-A4E4B2A4FCD2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1B554A-B826-3DE5-EA24-2448B0647192}"/>
              </a:ext>
            </a:extLst>
          </p:cNvPr>
          <p:cNvCxnSpPr>
            <a:stCxn id="17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070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8F3E11-7BBE-0CCF-02A9-6986D720F55E}"/>
              </a:ext>
            </a:extLst>
          </p:cNvPr>
          <p:cNvSpPr/>
          <p:nvPr userDrawn="1"/>
        </p:nvSpPr>
        <p:spPr>
          <a:xfrm>
            <a:off x="6309091" y="1426326"/>
            <a:ext cx="5546415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6"/>
            <a:ext cx="5546415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8" y="1591911"/>
            <a:ext cx="5243639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229262-2A1F-9A16-EB38-05AC8DCCC474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60478" y="1591911"/>
            <a:ext cx="5243639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584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6"/>
            <a:ext cx="11519012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8" y="1591911"/>
            <a:ext cx="11231745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643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7"/>
            <a:ext cx="11519012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8" y="1591911"/>
            <a:ext cx="11231745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67FE65-8A36-5CAC-C650-1D559BB65C3D}"/>
              </a:ext>
            </a:extLst>
          </p:cNvPr>
          <p:cNvSpPr/>
          <p:nvPr userDrawn="1"/>
        </p:nvSpPr>
        <p:spPr>
          <a:xfrm>
            <a:off x="336494" y="3759053"/>
            <a:ext cx="11519012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5859ED-F046-63AF-A175-2BC9E39F3A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9338" y="3922417"/>
            <a:ext cx="11231745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21812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7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9" y="1591911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67FE65-8A36-5CAC-C650-1D559BB65C3D}"/>
              </a:ext>
            </a:extLst>
          </p:cNvPr>
          <p:cNvSpPr/>
          <p:nvPr userDrawn="1"/>
        </p:nvSpPr>
        <p:spPr>
          <a:xfrm>
            <a:off x="336494" y="3759053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5859ED-F046-63AF-A175-2BC9E39F3A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9339" y="3922417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5F444-5DCA-453B-7400-47CCF22E4C0E}"/>
              </a:ext>
            </a:extLst>
          </p:cNvPr>
          <p:cNvSpPr/>
          <p:nvPr userDrawn="1"/>
        </p:nvSpPr>
        <p:spPr>
          <a:xfrm>
            <a:off x="6243680" y="1428547"/>
            <a:ext cx="5613176" cy="44537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924B22E-7EC9-FC81-8413-9B1970E1039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376525" y="1591911"/>
            <a:ext cx="5339122" cy="416759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8470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4" y="1428547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339" y="1591911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67FE65-8A36-5CAC-C650-1D559BB65C3D}"/>
              </a:ext>
            </a:extLst>
          </p:cNvPr>
          <p:cNvSpPr/>
          <p:nvPr userDrawn="1"/>
        </p:nvSpPr>
        <p:spPr>
          <a:xfrm>
            <a:off x="336494" y="3759053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5859ED-F046-63AF-A175-2BC9E39F3A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9339" y="3922417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A042E-5218-FC13-8924-E120C3152E9F}"/>
              </a:ext>
            </a:extLst>
          </p:cNvPr>
          <p:cNvSpPr/>
          <p:nvPr userDrawn="1"/>
        </p:nvSpPr>
        <p:spPr>
          <a:xfrm>
            <a:off x="6243680" y="1428547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8F20D5-B583-0C42-A4E9-4F8233B4DEA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376525" y="1591911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1ECD9-ACAC-33BE-9326-CD3E1AE68D13}"/>
              </a:ext>
            </a:extLst>
          </p:cNvPr>
          <p:cNvSpPr/>
          <p:nvPr userDrawn="1"/>
        </p:nvSpPr>
        <p:spPr>
          <a:xfrm>
            <a:off x="6243680" y="3759053"/>
            <a:ext cx="5613176" cy="21232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79B311D-8577-A19E-258C-53EB68D8316E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376525" y="3922417"/>
            <a:ext cx="5339122" cy="183708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67979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2B35D4-5ECC-9746-9D7F-EF94FB74A891}"/>
              </a:ext>
            </a:extLst>
          </p:cNvPr>
          <p:cNvSpPr/>
          <p:nvPr userDrawn="1"/>
        </p:nvSpPr>
        <p:spPr>
          <a:xfrm>
            <a:off x="336495" y="1428546"/>
            <a:ext cx="3702106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3457A-D4E1-C828-8F31-C456C5D7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7883" y="1591911"/>
            <a:ext cx="3406747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201E29-4009-F12C-CEB8-CF1A008B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AF63A-6C99-CE2A-BC4A-A45D727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40" y="407993"/>
            <a:ext cx="11503166" cy="616253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62F4AA9-34C6-113A-6D3D-945052A9BDD0}"/>
              </a:ext>
            </a:extLst>
          </p:cNvPr>
          <p:cNvSpPr/>
          <p:nvPr userDrawn="1"/>
        </p:nvSpPr>
        <p:spPr>
          <a:xfrm>
            <a:off x="352340" y="1032113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C635F-3522-145B-43F8-539B4C81E244}"/>
              </a:ext>
            </a:extLst>
          </p:cNvPr>
          <p:cNvCxnSpPr>
            <a:stCxn id="15" idx="3"/>
          </p:cNvCxnSpPr>
          <p:nvPr userDrawn="1"/>
        </p:nvCxnSpPr>
        <p:spPr>
          <a:xfrm>
            <a:off x="1019087" y="1063859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8F7F875-5ACE-DB44-50DF-8ADFB7722A34}"/>
              </a:ext>
            </a:extLst>
          </p:cNvPr>
          <p:cNvSpPr/>
          <p:nvPr userDrawn="1"/>
        </p:nvSpPr>
        <p:spPr>
          <a:xfrm>
            <a:off x="4244948" y="1428546"/>
            <a:ext cx="3702106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24505C-07E3-6DF2-1E37-8AF410E7C00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96336" y="1591911"/>
            <a:ext cx="3406747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047EAE-F5A8-5C5B-3E82-E5365BF4588C}"/>
              </a:ext>
            </a:extLst>
          </p:cNvPr>
          <p:cNvSpPr/>
          <p:nvPr userDrawn="1"/>
        </p:nvSpPr>
        <p:spPr>
          <a:xfrm>
            <a:off x="8153401" y="1428546"/>
            <a:ext cx="3702106" cy="4512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6DECAC-988E-AF77-5047-84461F2962C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304789" y="1591911"/>
            <a:ext cx="3406747" cy="420223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0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DF60-B542-54B2-E0B6-212200C85F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866" y="372431"/>
            <a:ext cx="4432160" cy="662774"/>
          </a:xfrm>
          <a:prstGeom prst="rect">
            <a:avLst/>
          </a:prstGeom>
        </p:spPr>
        <p:txBody>
          <a:bodyPr anchor="t"/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41F4-2877-5C35-9650-C781AB1B7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00" y="372430"/>
            <a:ext cx="6784834" cy="5624986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A9DA0-FBAA-371E-2C86-2E1699C08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9866" y="1442405"/>
            <a:ext cx="4432160" cy="45550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91A39-9F8F-C1FD-2485-1805299B5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0415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A978EB8-C891-25D3-213A-45C24018443D}"/>
              </a:ext>
            </a:extLst>
          </p:cNvPr>
          <p:cNvSpPr/>
          <p:nvPr userDrawn="1"/>
        </p:nvSpPr>
        <p:spPr>
          <a:xfrm>
            <a:off x="352340" y="1035204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1E5397-0E17-7346-84CF-E07E8FD3332A}"/>
              </a:ext>
            </a:extLst>
          </p:cNvPr>
          <p:cNvCxnSpPr>
            <a:stCxn id="8" idx="3"/>
          </p:cNvCxnSpPr>
          <p:nvPr userDrawn="1"/>
        </p:nvCxnSpPr>
        <p:spPr>
          <a:xfrm>
            <a:off x="1019087" y="1066950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265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A34A272-F20D-7BBA-AC7C-553148D16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88621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5314BAB-BC0B-7326-877E-66699EAF5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89890" y="372431"/>
            <a:ext cx="6762244" cy="562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DDBA90-451F-BD19-70A7-0ABE6F0FA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866" y="372431"/>
            <a:ext cx="4432160" cy="662774"/>
          </a:xfrm>
          <a:prstGeom prst="rect">
            <a:avLst/>
          </a:prstGeom>
        </p:spPr>
        <p:txBody>
          <a:bodyPr anchor="t"/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193A5CF-80CC-7CEC-6324-997FDA838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9866" y="1442405"/>
            <a:ext cx="4432160" cy="45537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2D7B217A-17F9-B597-A23D-339834811137}"/>
              </a:ext>
            </a:extLst>
          </p:cNvPr>
          <p:cNvSpPr/>
          <p:nvPr userDrawn="1"/>
        </p:nvSpPr>
        <p:spPr>
          <a:xfrm>
            <a:off x="352340" y="1035204"/>
            <a:ext cx="666747" cy="63492"/>
          </a:xfrm>
          <a:prstGeom prst="rect">
            <a:avLst/>
          </a:prstGeom>
          <a:solidFill>
            <a:srgbClr val="00A9FF">
              <a:alpha val="100000"/>
            </a:srgbClr>
          </a:solidFill>
          <a:ln/>
        </p:spPr>
        <p:txBody>
          <a:bodyPr/>
          <a:lstStyle/>
          <a:p>
            <a:endParaRPr lang="en-US" sz="9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50C8DC-EF41-EC23-A657-6C698DF12553}"/>
              </a:ext>
            </a:extLst>
          </p:cNvPr>
          <p:cNvCxnSpPr>
            <a:stCxn id="11" idx="3"/>
          </p:cNvCxnSpPr>
          <p:nvPr userDrawn="1"/>
        </p:nvCxnSpPr>
        <p:spPr>
          <a:xfrm>
            <a:off x="1019087" y="1066950"/>
            <a:ext cx="37524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5667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A34A272-F20D-7BBA-AC7C-553148D16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4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6FEB4-E43E-2E05-C682-8954410F7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49754360-5319-D6B0-5C46-A239974A6FF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29" y="6436451"/>
            <a:ext cx="656783" cy="3332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DA32E5-5D63-9E01-5062-12AE08FEC932}"/>
              </a:ext>
            </a:extLst>
          </p:cNvPr>
          <p:cNvSpPr txBox="1"/>
          <p:nvPr userDrawn="1"/>
        </p:nvSpPr>
        <p:spPr>
          <a:xfrm>
            <a:off x="3907783" y="6538912"/>
            <a:ext cx="4376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bg1">
                    <a:lumMod val="75000"/>
                  </a:schemeClr>
                </a:solidFill>
              </a:rPr>
              <a:t>Confidentiality Notice: For recipient use only. Do not share or distribute.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29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7" r:id="rId6"/>
    <p:sldLayoutId id="2147483659" r:id="rId7"/>
    <p:sldLayoutId id="2147483661" r:id="rId8"/>
    <p:sldLayoutId id="2147483662" r:id="rId9"/>
    <p:sldLayoutId id="2147483663" r:id="rId10"/>
    <p:sldLayoutId id="2147483658" r:id="rId11"/>
    <p:sldLayoutId id="2147483656" r:id="rId12"/>
    <p:sldLayoutId id="2147483655" r:id="rId13"/>
    <p:sldLayoutId id="2147483660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6FEB4-E43E-2E05-C682-8954410F7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230DB5-95FA-43F5-8399-BBB4F9F38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A16751-AE89-E89C-0DDF-0068368536F1}"/>
              </a:ext>
            </a:extLst>
          </p:cNvPr>
          <p:cNvSpPr txBox="1"/>
          <p:nvPr userDrawn="1"/>
        </p:nvSpPr>
        <p:spPr>
          <a:xfrm>
            <a:off x="3907783" y="6538912"/>
            <a:ext cx="4376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bg1">
                    <a:lumMod val="75000"/>
                  </a:schemeClr>
                </a:solidFill>
              </a:rPr>
              <a:t>Confidentiality Notice: For recipient use only. Do not share or distribute.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418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7AF3876-877C-0AE8-5AEA-C0307D324A85}"/>
              </a:ext>
            </a:extLst>
          </p:cNvPr>
          <p:cNvSpPr txBox="1">
            <a:spLocks/>
          </p:cNvSpPr>
          <p:nvPr/>
        </p:nvSpPr>
        <p:spPr>
          <a:xfrm>
            <a:off x="10883787" y="6492875"/>
            <a:ext cx="971719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230DB5-95FA-43F5-8399-BBB4F9F38C1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B04332E-B540-B4E0-F7F9-8773957574DD}"/>
              </a:ext>
            </a:extLst>
          </p:cNvPr>
          <p:cNvSpPr txBox="1">
            <a:spLocks/>
          </p:cNvSpPr>
          <p:nvPr/>
        </p:nvSpPr>
        <p:spPr>
          <a:xfrm>
            <a:off x="717156" y="2296160"/>
            <a:ext cx="10757688" cy="210553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rgbClr val="07151C">
                    <a:alpha val="100000"/>
                  </a:srgbClr>
                </a:solidFill>
                <a:latin typeface="Segoe UI" panose="020B0502040204020203" pitchFamily="34" charset="0"/>
                <a:ea typeface="Arial Bold" pitchFamily="34" charset="-122"/>
                <a:cs typeface="Segoe UI" panose="020B0502040204020203" pitchFamily="34" charset="0"/>
              </a:rPr>
              <a:t>RCM360 – Healthcare Analytics Dashboard</a:t>
            </a:r>
            <a:endParaRPr lang="en-US" sz="4000" b="1" dirty="0">
              <a:solidFill>
                <a:srgbClr val="000000"/>
              </a:solidFill>
              <a:latin typeface="Segoe UI" panose="020B0502040204020203" pitchFamily="34" charset="0"/>
              <a:ea typeface="Arial Bold" pitchFamily="34" charset="-122"/>
              <a:cs typeface="Segoe UI" panose="020B0502040204020203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17E1AB2-F0C0-CC1A-49FB-6978DD60F8B4}"/>
              </a:ext>
            </a:extLst>
          </p:cNvPr>
          <p:cNvSpPr txBox="1">
            <a:spLocks/>
          </p:cNvSpPr>
          <p:nvPr/>
        </p:nvSpPr>
        <p:spPr>
          <a:xfrm>
            <a:off x="1524000" y="3099860"/>
            <a:ext cx="9144000" cy="15218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Turning Healthcare Data into Actionable Insights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DCB32B81-FEAC-0B4C-D9F9-B1EFFC7CE58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93" y="299213"/>
            <a:ext cx="924307" cy="4775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195624-41A1-9938-72E4-178CAAD9CD62}"/>
              </a:ext>
            </a:extLst>
          </p:cNvPr>
          <p:cNvSpPr txBox="1"/>
          <p:nvPr/>
        </p:nvSpPr>
        <p:spPr>
          <a:xfrm>
            <a:off x="296390" y="6316265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22/04/2025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3680F7-DC05-2945-5652-7AEB146CD0CA}"/>
              </a:ext>
            </a:extLst>
          </p:cNvPr>
          <p:cNvCxnSpPr/>
          <p:nvPr/>
        </p:nvCxnSpPr>
        <p:spPr>
          <a:xfrm>
            <a:off x="2885440" y="2997200"/>
            <a:ext cx="6543040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44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79409" y="1308293"/>
            <a:ext cx="6863107" cy="505925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Scope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Core </a:t>
            </a: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Modules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Appointment </a:t>
            </a: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Submission </a:t>
            </a: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Payment </a:t>
            </a: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Dashboard </a:t>
            </a: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Highlights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Value to RCM360</a:t>
            </a:r>
            <a:endParaRPr lang="en-US" sz="2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Scalability &amp; </a:t>
            </a:r>
            <a:r>
              <a:rPr lang="en-US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Fit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Future-Ready Features</a:t>
            </a:r>
            <a:endParaRPr lang="en-US" sz="2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36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61288" y="1474549"/>
            <a:ext cx="9592056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RCM360 Dashboard is a Power BI solution designed to simplify healthcare billing and operations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It integrates data from appointments, submissions, and payments into one seamless platform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goal: enable providers to work smarter, improve efficiency, and make faster, data-driven decisions.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009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18684" y="1419685"/>
            <a:ext cx="9157420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Pulls data from leading systems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EPIC 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- 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Appointment 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Reports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Office Ally 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Submissions </a:t>
            </a:r>
            <a:endParaRPr lang="en-US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200000"/>
              </a:lnSpc>
            </a:pP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ERA - Payments</a:t>
            </a: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Automatically cleans, merges, and analyzes this data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Presents results through interactive dashboards and KPIs.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Scope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3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05840" y="1346532"/>
            <a:ext cx="10630210" cy="4706795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Appointment 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Reports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Track 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appointments,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cancellations, no-shows, and slot utilization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Compare performance by provider and location.</a:t>
            </a:r>
            <a:endParaRPr lang="en-US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Submission 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Reports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Measure claim submission timelines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Identify unsubmitted visits and analyze CPT usage.</a:t>
            </a:r>
            <a:endParaRPr lang="en-US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Payment 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Reports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Monitor payment timelines, outstanding balances, and denial rates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Understand insurer and provider-level payment patterns.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Core Modules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63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2340" y="1737359"/>
            <a:ext cx="6087547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Total appointments and month-over-month trends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Cancellation &amp; no-show rates for better scheduling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Slot utilization to track clinic efficiency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Appointment mix: new patients, follow-ups, wellness visits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Performance breakdown by provider and location.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Appointment Insights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903" y="1717981"/>
            <a:ext cx="5870169" cy="327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3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2340" y="1629997"/>
            <a:ext cx="5124916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Average time from visit to claim submission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CPT code frequency and usage trends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Submitted vs. 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unsubmitted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visits at a glance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Provider-level submission performance.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Submission Insights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457642"/>
            <a:ext cx="6541008" cy="357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7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0900" y="1730581"/>
            <a:ext cx="5444956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Time taken from claim submission to payment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Aging analysis: 0–30, 31–60, 61–90, 90+ days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Patient vs. insurance collections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Real-time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view of outstanding balances and denial reasons.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Payment Insights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185" y="1538557"/>
            <a:ext cx="6619828" cy="37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42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Track revenue and cash flow trends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Analyze claims and denials with root-cause insights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Monitor outstanding balances and patient collections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Gain CPT code-level insights across providers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Benchmark provider productivity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Understand insurance payment behaviors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Use interactive filters to deep dive by date, provider, payer, or code.</a:t>
            </a:r>
            <a:endParaRPr lang="en-US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Dashboard Highlights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864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03702" y="1419685"/>
            <a:ext cx="10200442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Increases revenue by spotting underpayments and delays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Saves time – reduces manual work for billing teams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Supports payer negotiations with clear, data-backed insights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Audit-ready – clean, structured reporting for reviews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Improves collections by identifying pending balances early.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Value to RCM360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112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38724" y="1373964"/>
            <a:ext cx="10254700" cy="47766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Why it works well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Built specifically for healthcare finance and billing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Easy adoption – uses existing reports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Works across Medicare, Medicaid, and private insurers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Supports multi-location and multi-provider practices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Who benefits most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Clinics and hospitals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Independent medical practices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Billing companies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Finance and admin teams.</a:t>
            </a:r>
            <a:endParaRPr lang="en-US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en-US" dirty="0" smtClean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Scalability &amp; Fit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570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D5C-1D09-2DCC-C401-EBC027E1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8834" y="1511124"/>
            <a:ext cx="9451862" cy="4477365"/>
          </a:xfrm>
        </p:spPr>
        <p:txBody>
          <a:bodyPr/>
          <a:lstStyle/>
          <a:p>
            <a:pPr lvl="1"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Provider scorecards for billing and revenue performance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Early warning for potential claim denials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Email/SMS alerts for unpaid or overdue claims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AI-based denial predictions to reduce revenue loss</a:t>
            </a:r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Comparative insights into best-performing insurance plans.</a:t>
            </a:r>
            <a:endParaRPr lang="en-US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68C6C-0E17-7E47-D992-3F888510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Future-Ready Features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77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182AD-DE38-A687-D239-B256E2581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230DB5-95FA-43F5-8399-BBB4F9F38C1E}" type="slidenum">
              <a:rPr lang="en-US" smtClean="0"/>
              <a:t>13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046188-B90B-49D5-12C0-248A82E68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401" y="2375850"/>
            <a:ext cx="10895251" cy="10531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07151C">
                    <a:alpha val="100000"/>
                  </a:srgbClr>
                </a:solidFill>
                <a:latin typeface="Arial Bold"/>
                <a:cs typeface="Arial Bold"/>
              </a:rPr>
              <a:t>Thank You</a:t>
            </a:r>
            <a:endParaRPr lang="en-US" sz="6000" b="1"/>
          </a:p>
        </p:txBody>
      </p:sp>
    </p:spTree>
    <p:extLst>
      <p:ext uri="{BB962C8B-B14F-4D97-AF65-F5344CB8AC3E}">
        <p14:creationId xmlns:p14="http://schemas.microsoft.com/office/powerpoint/2010/main" val="1112355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492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Bold</vt:lpstr>
      <vt:lpstr>Segoe UI</vt:lpstr>
      <vt:lpstr>Wingdings</vt:lpstr>
      <vt:lpstr>Office Theme</vt:lpstr>
      <vt:lpstr>1_Office Theme</vt:lpstr>
      <vt:lpstr>PowerPoint Presentation</vt:lpstr>
      <vt:lpstr>Agenda</vt:lpstr>
      <vt:lpstr>Purpose</vt:lpstr>
      <vt:lpstr>Scope</vt:lpstr>
      <vt:lpstr>Core Modules</vt:lpstr>
      <vt:lpstr>Appointment Insights</vt:lpstr>
      <vt:lpstr>Submission Insights</vt:lpstr>
      <vt:lpstr>Payment Insights</vt:lpstr>
      <vt:lpstr>Dashboard Highlights</vt:lpstr>
      <vt:lpstr>Value to RCM360</vt:lpstr>
      <vt:lpstr>Scalability &amp; Fit</vt:lpstr>
      <vt:lpstr>Future-Ready Features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Dilpreet Singh</dc:creator>
  <cp:lastModifiedBy>Saniya Aggarwal</cp:lastModifiedBy>
  <cp:revision>8</cp:revision>
  <dcterms:created xsi:type="dcterms:W3CDTF">2024-11-15T15:12:33Z</dcterms:created>
  <dcterms:modified xsi:type="dcterms:W3CDTF">2025-08-20T13:14:52Z</dcterms:modified>
</cp:coreProperties>
</file>